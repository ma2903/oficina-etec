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Ultra-Bold" charset="1" panose="00000900000000000000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Open Sans Bold" charset="1" panose="020B08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https://github.com/Ma2903" TargetMode="External" Type="http://schemas.openxmlformats.org/officeDocument/2006/relationships/hyperlink"/><Relationship Id="rId5" Target="https://github.com/jp1005y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703643" y="-1992076"/>
            <a:ext cx="12571376" cy="13978662"/>
          </a:xfrm>
          <a:custGeom>
            <a:avLst/>
            <a:gdLst/>
            <a:ahLst/>
            <a:cxnLst/>
            <a:rect r="r" b="b" t="t" l="l"/>
            <a:pathLst>
              <a:path h="13978662" w="12571376">
                <a:moveTo>
                  <a:pt x="0" y="0"/>
                </a:moveTo>
                <a:lnTo>
                  <a:pt x="12571376" y="0"/>
                </a:lnTo>
                <a:lnTo>
                  <a:pt x="12571376" y="13978662"/>
                </a:lnTo>
                <a:lnTo>
                  <a:pt x="0" y="13978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8054" t="-71303" r="-4242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9189279" y="5035369"/>
            <a:ext cx="7925404" cy="7925404"/>
          </a:xfrm>
          <a:custGeom>
            <a:avLst/>
            <a:gdLst/>
            <a:ahLst/>
            <a:cxnLst/>
            <a:rect r="r" b="b" t="t" l="l"/>
            <a:pathLst>
              <a:path h="7925404" w="7925404">
                <a:moveTo>
                  <a:pt x="0" y="7925404"/>
                </a:moveTo>
                <a:lnTo>
                  <a:pt x="7925405" y="7925404"/>
                </a:lnTo>
                <a:lnTo>
                  <a:pt x="7925405" y="0"/>
                </a:lnTo>
                <a:lnTo>
                  <a:pt x="0" y="0"/>
                </a:lnTo>
                <a:lnTo>
                  <a:pt x="0" y="7925404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89279" y="1215924"/>
            <a:ext cx="7925404" cy="7925404"/>
          </a:xfrm>
          <a:custGeom>
            <a:avLst/>
            <a:gdLst/>
            <a:ahLst/>
            <a:cxnLst/>
            <a:rect r="r" b="b" t="t" l="l"/>
            <a:pathLst>
              <a:path h="7925404" w="7925404">
                <a:moveTo>
                  <a:pt x="0" y="0"/>
                </a:moveTo>
                <a:lnTo>
                  <a:pt x="7925405" y="0"/>
                </a:lnTo>
                <a:lnTo>
                  <a:pt x="7925405" y="7925405"/>
                </a:lnTo>
                <a:lnTo>
                  <a:pt x="0" y="7925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89279" y="-2673773"/>
            <a:ext cx="7925404" cy="7925404"/>
          </a:xfrm>
          <a:custGeom>
            <a:avLst/>
            <a:gdLst/>
            <a:ahLst/>
            <a:cxnLst/>
            <a:rect r="r" b="b" t="t" l="l"/>
            <a:pathLst>
              <a:path h="7925404" w="7925404">
                <a:moveTo>
                  <a:pt x="0" y="0"/>
                </a:moveTo>
                <a:lnTo>
                  <a:pt x="7925405" y="0"/>
                </a:lnTo>
                <a:lnTo>
                  <a:pt x="7925405" y="7925404"/>
                </a:lnTo>
                <a:lnTo>
                  <a:pt x="0" y="7925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291448" y="8037584"/>
            <a:ext cx="1823236" cy="960487"/>
            <a:chOff x="0" y="0"/>
            <a:chExt cx="2430981" cy="128065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30981" cy="1280650"/>
              <a:chOff x="0" y="0"/>
              <a:chExt cx="480194" cy="25296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0194" cy="252968"/>
              </a:xfrm>
              <a:custGeom>
                <a:avLst/>
                <a:gdLst/>
                <a:ahLst/>
                <a:cxnLst/>
                <a:rect r="r" b="b" t="t" l="l"/>
                <a:pathLst>
                  <a:path h="252968" w="480194">
                    <a:moveTo>
                      <a:pt x="126484" y="0"/>
                    </a:moveTo>
                    <a:lnTo>
                      <a:pt x="353710" y="0"/>
                    </a:lnTo>
                    <a:cubicBezTo>
                      <a:pt x="387256" y="0"/>
                      <a:pt x="419427" y="13326"/>
                      <a:pt x="443148" y="37046"/>
                    </a:cubicBezTo>
                    <a:cubicBezTo>
                      <a:pt x="466868" y="60767"/>
                      <a:pt x="480194" y="92938"/>
                      <a:pt x="480194" y="126484"/>
                    </a:cubicBezTo>
                    <a:lnTo>
                      <a:pt x="480194" y="126484"/>
                    </a:lnTo>
                    <a:cubicBezTo>
                      <a:pt x="480194" y="160030"/>
                      <a:pt x="466868" y="192201"/>
                      <a:pt x="443148" y="215922"/>
                    </a:cubicBezTo>
                    <a:cubicBezTo>
                      <a:pt x="419427" y="239642"/>
                      <a:pt x="387256" y="252968"/>
                      <a:pt x="353710" y="252968"/>
                    </a:cubicBezTo>
                    <a:lnTo>
                      <a:pt x="126484" y="252968"/>
                    </a:lnTo>
                    <a:cubicBezTo>
                      <a:pt x="92938" y="252968"/>
                      <a:pt x="60767" y="239642"/>
                      <a:pt x="37046" y="215922"/>
                    </a:cubicBezTo>
                    <a:cubicBezTo>
                      <a:pt x="13326" y="192201"/>
                      <a:pt x="0" y="160030"/>
                      <a:pt x="0" y="126484"/>
                    </a:cubicBezTo>
                    <a:lnTo>
                      <a:pt x="0" y="126484"/>
                    </a:lnTo>
                    <a:cubicBezTo>
                      <a:pt x="0" y="92938"/>
                      <a:pt x="13326" y="60767"/>
                      <a:pt x="37046" y="37046"/>
                    </a:cubicBezTo>
                    <a:cubicBezTo>
                      <a:pt x="60767" y="13326"/>
                      <a:pt x="92938" y="0"/>
                      <a:pt x="12648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80194" cy="2910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550346" y="344886"/>
              <a:ext cx="1315720" cy="590878"/>
            </a:xfrm>
            <a:custGeom>
              <a:avLst/>
              <a:gdLst/>
              <a:ahLst/>
              <a:cxnLst/>
              <a:rect r="r" b="b" t="t" l="l"/>
              <a:pathLst>
                <a:path h="590878" w="1315720">
                  <a:moveTo>
                    <a:pt x="0" y="0"/>
                  </a:moveTo>
                  <a:lnTo>
                    <a:pt x="1315719" y="0"/>
                  </a:lnTo>
                  <a:lnTo>
                    <a:pt x="1315719" y="590878"/>
                  </a:lnTo>
                  <a:lnTo>
                    <a:pt x="0" y="590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34537" y="2181818"/>
            <a:ext cx="7312888" cy="409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spc="-17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Comunicação em Tempo Real com Socket.io e Node.js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4537" y="7161284"/>
            <a:ext cx="8984207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spc="375">
                <a:solidFill>
                  <a:srgbClr val="89FFDB"/>
                </a:solidFill>
                <a:latin typeface="Poppins"/>
                <a:ea typeface="Poppins"/>
                <a:cs typeface="Poppins"/>
                <a:sym typeface="Poppins"/>
              </a:rPr>
              <a:t>APRESENTADORES: MANOELA PINHEIRO DA SILVA E JOÃO PEDRO GARCIA GIROTTO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Red Circle Gradient"/>
          <p:cNvSpPr/>
          <p:nvPr/>
        </p:nvSpPr>
        <p:spPr>
          <a:xfrm flipH="false" flipV="false" rot="0">
            <a:off x="1028700" y="-2491638"/>
            <a:ext cx="5707176" cy="5707176"/>
          </a:xfrm>
          <a:custGeom>
            <a:avLst/>
            <a:gdLst/>
            <a:ahLst/>
            <a:cxnLst/>
            <a:rect r="r" b="b" t="t" l="l"/>
            <a:pathLst>
              <a:path h="5707176" w="5707176">
                <a:moveTo>
                  <a:pt x="0" y="0"/>
                </a:moveTo>
                <a:lnTo>
                  <a:pt x="5707176" y="0"/>
                </a:lnTo>
                <a:lnTo>
                  <a:pt x="5707176" y="5707176"/>
                </a:lnTo>
                <a:lnTo>
                  <a:pt x="0" y="5707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8288000" y="-1256179"/>
            <a:ext cx="12523773" cy="12523773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810000" y="6350000"/>
                  </a:moveTo>
                  <a:lnTo>
                    <a:pt x="2540000" y="6350000"/>
                  </a:lnTo>
                  <a:cubicBezTo>
                    <a:pt x="1136650" y="6350000"/>
                    <a:pt x="0" y="5213350"/>
                    <a:pt x="0" y="3810000"/>
                  </a:cubicBezTo>
                  <a:lnTo>
                    <a:pt x="0" y="2540000"/>
                  </a:lnTo>
                  <a:cubicBezTo>
                    <a:pt x="0" y="1136650"/>
                    <a:pt x="1136650" y="0"/>
                    <a:pt x="2540000" y="0"/>
                  </a:cubicBezTo>
                  <a:lnTo>
                    <a:pt x="3810000" y="0"/>
                  </a:lnTo>
                  <a:cubicBezTo>
                    <a:pt x="5213350" y="0"/>
                    <a:pt x="6350000" y="1136650"/>
                    <a:pt x="6350000" y="2540000"/>
                  </a:cubicBezTo>
                  <a:lnTo>
                    <a:pt x="6350000" y="3810000"/>
                  </a:lnTo>
                  <a:cubicBezTo>
                    <a:pt x="6350000" y="5213350"/>
                    <a:pt x="5213350" y="6350000"/>
                    <a:pt x="3810000" y="635000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810000" y="19050"/>
                  </a:moveTo>
                  <a:cubicBezTo>
                    <a:pt x="4150360" y="19050"/>
                    <a:pt x="4480560" y="85090"/>
                    <a:pt x="4791710" y="217170"/>
                  </a:cubicBezTo>
                  <a:cubicBezTo>
                    <a:pt x="5091430" y="344170"/>
                    <a:pt x="5361940" y="525780"/>
                    <a:pt x="5593080" y="756920"/>
                  </a:cubicBezTo>
                  <a:cubicBezTo>
                    <a:pt x="5824220" y="988060"/>
                    <a:pt x="6005830" y="1258570"/>
                    <a:pt x="6132830" y="1558290"/>
                  </a:cubicBezTo>
                  <a:cubicBezTo>
                    <a:pt x="6263640" y="1869440"/>
                    <a:pt x="6330950" y="2199640"/>
                    <a:pt x="6330950" y="2540000"/>
                  </a:cubicBezTo>
                  <a:lnTo>
                    <a:pt x="6330950" y="3810000"/>
                  </a:lnTo>
                  <a:cubicBezTo>
                    <a:pt x="6330950" y="4150360"/>
                    <a:pt x="6264910" y="4480560"/>
                    <a:pt x="6132830" y="4791710"/>
                  </a:cubicBezTo>
                  <a:cubicBezTo>
                    <a:pt x="6005830" y="5091430"/>
                    <a:pt x="5824220" y="5361940"/>
                    <a:pt x="5593080" y="5593080"/>
                  </a:cubicBezTo>
                  <a:cubicBezTo>
                    <a:pt x="5361940" y="5824220"/>
                    <a:pt x="5091430" y="6005830"/>
                    <a:pt x="4791710" y="6132830"/>
                  </a:cubicBezTo>
                  <a:cubicBezTo>
                    <a:pt x="4480560" y="6263640"/>
                    <a:pt x="4150360" y="6330950"/>
                    <a:pt x="3810000" y="6330950"/>
                  </a:cubicBezTo>
                  <a:lnTo>
                    <a:pt x="2540000" y="6330950"/>
                  </a:lnTo>
                  <a:cubicBezTo>
                    <a:pt x="2199640" y="6330950"/>
                    <a:pt x="1869440" y="6264910"/>
                    <a:pt x="1558290" y="6132830"/>
                  </a:cubicBezTo>
                  <a:cubicBezTo>
                    <a:pt x="1258570" y="6005830"/>
                    <a:pt x="988060" y="5824220"/>
                    <a:pt x="756920" y="5593080"/>
                  </a:cubicBezTo>
                  <a:cubicBezTo>
                    <a:pt x="525780" y="5361940"/>
                    <a:pt x="344170" y="5091430"/>
                    <a:pt x="217170" y="4791710"/>
                  </a:cubicBezTo>
                  <a:cubicBezTo>
                    <a:pt x="85090" y="4480560"/>
                    <a:pt x="19050" y="4150360"/>
                    <a:pt x="19050" y="3810000"/>
                  </a:cubicBezTo>
                  <a:lnTo>
                    <a:pt x="19050" y="2540000"/>
                  </a:lnTo>
                  <a:cubicBezTo>
                    <a:pt x="19050" y="2199640"/>
                    <a:pt x="85090" y="1869440"/>
                    <a:pt x="217170" y="1558290"/>
                  </a:cubicBezTo>
                  <a:cubicBezTo>
                    <a:pt x="344170" y="1258570"/>
                    <a:pt x="525780" y="988060"/>
                    <a:pt x="756920" y="756920"/>
                  </a:cubicBezTo>
                  <a:cubicBezTo>
                    <a:pt x="988060" y="525780"/>
                    <a:pt x="1258570" y="344170"/>
                    <a:pt x="1558290" y="217170"/>
                  </a:cubicBezTo>
                  <a:cubicBezTo>
                    <a:pt x="1869440" y="85090"/>
                    <a:pt x="2199640" y="19050"/>
                    <a:pt x="2540000" y="19050"/>
                  </a:cubicBezTo>
                  <a:lnTo>
                    <a:pt x="3810000" y="19050"/>
                  </a:lnTo>
                  <a:moveTo>
                    <a:pt x="3810000" y="0"/>
                  </a:moveTo>
                  <a:lnTo>
                    <a:pt x="2540000" y="0"/>
                  </a:lnTo>
                  <a:cubicBezTo>
                    <a:pt x="1136650" y="0"/>
                    <a:pt x="0" y="1136650"/>
                    <a:pt x="0" y="2540000"/>
                  </a:cubicBezTo>
                  <a:lnTo>
                    <a:pt x="0" y="3810000"/>
                  </a:lnTo>
                  <a:cubicBezTo>
                    <a:pt x="0" y="5213350"/>
                    <a:pt x="1136650" y="6350000"/>
                    <a:pt x="2540000" y="6350000"/>
                  </a:cubicBezTo>
                  <a:lnTo>
                    <a:pt x="3810000" y="6350000"/>
                  </a:lnTo>
                  <a:cubicBezTo>
                    <a:pt x="5213350" y="6350000"/>
                    <a:pt x="6350000" y="5213350"/>
                    <a:pt x="6350000" y="3810000"/>
                  </a:cubicBezTo>
                  <a:lnTo>
                    <a:pt x="6350000" y="2540000"/>
                  </a:lnTo>
                  <a:cubicBezTo>
                    <a:pt x="6350000" y="1136650"/>
                    <a:pt x="5213350" y="0"/>
                    <a:pt x="3810000" y="0"/>
                  </a:cubicBezTo>
                  <a:lnTo>
                    <a:pt x="3810000" y="0"/>
                  </a:lnTo>
                  <a:close/>
                </a:path>
              </a:pathLst>
            </a:custGeom>
            <a:solidFill>
              <a:srgbClr val="89FFD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18183" y="1028700"/>
            <a:ext cx="8969369" cy="8350483"/>
            <a:chOff x="0" y="0"/>
            <a:chExt cx="6350000" cy="5911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68580" y="0"/>
              <a:ext cx="6417310" cy="5911850"/>
            </a:xfrm>
            <a:custGeom>
              <a:avLst/>
              <a:gdLst/>
              <a:ahLst/>
              <a:cxnLst/>
              <a:rect r="r" b="b" t="t" l="l"/>
              <a:pathLst>
                <a:path h="5911850" w="641731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/>
              <a:stretch>
                <a:fillRect l="0" t="-3692" r="0" b="-369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61915" y="2246379"/>
            <a:ext cx="5532090" cy="5794242"/>
            <a:chOff x="0" y="0"/>
            <a:chExt cx="7376120" cy="772565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805465"/>
              <a:ext cx="7376120" cy="4920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</a:pPr>
              <a:r>
                <a:rPr lang="en-US" sz="2499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3. INTRODUÇÃO</a:t>
              </a:r>
            </a:p>
            <a:p>
              <a:pPr algn="l" marL="0" indent="0" lvl="0">
                <a:lnSpc>
                  <a:spcPts val="3249"/>
                </a:lnSpc>
              </a:pPr>
              <a:r>
                <a:rPr lang="en-US" sz="2499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4. INTRODUÇÃO AO NODE.JS</a:t>
              </a:r>
            </a:p>
            <a:p>
              <a:pPr algn="l" marL="0" indent="0" lvl="0">
                <a:lnSpc>
                  <a:spcPts val="3249"/>
                </a:lnSpc>
              </a:pPr>
              <a:r>
                <a:rPr lang="en-US" sz="2499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5. INTRODUÇÃO AO SOCKET.IO</a:t>
              </a:r>
            </a:p>
            <a:p>
              <a:pPr algn="l" marL="0" indent="0" lvl="0">
                <a:lnSpc>
                  <a:spcPts val="3249"/>
                </a:lnSpc>
              </a:pPr>
              <a:r>
                <a:rPr lang="en-US" sz="2499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6. VENDEDORES DESTAQUE</a:t>
              </a:r>
            </a:p>
            <a:p>
              <a:pPr algn="l" marL="0" indent="0" lvl="0">
                <a:lnSpc>
                  <a:spcPts val="3249"/>
                </a:lnSpc>
              </a:pPr>
              <a:r>
                <a:rPr lang="en-US" sz="2499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7. RESULTADOS VENDEDOR 1</a:t>
              </a:r>
            </a:p>
            <a:p>
              <a:pPr algn="l" marL="0" indent="0" lvl="0">
                <a:lnSpc>
                  <a:spcPts val="3249"/>
                </a:lnSpc>
              </a:pPr>
              <a:r>
                <a:rPr lang="en-US" sz="2499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8. RESULTADOS VENDEDOR 2</a:t>
              </a:r>
            </a:p>
            <a:p>
              <a:pPr algn="l" marL="0" indent="0" lvl="0">
                <a:lnSpc>
                  <a:spcPts val="3249"/>
                </a:lnSpc>
              </a:pPr>
              <a:r>
                <a:rPr lang="en-US" sz="2499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9. RECEITA</a:t>
              </a:r>
            </a:p>
            <a:p>
              <a:pPr algn="l" marL="0" indent="0" lvl="0">
                <a:lnSpc>
                  <a:spcPts val="3249"/>
                </a:lnSpc>
              </a:pPr>
              <a:r>
                <a:rPr lang="en-US" sz="2499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10. LUCRO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0"/>
              <a:ext cx="7376120" cy="182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b="true" sz="9000" spc="-2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Súmario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4300" y="4205321"/>
            <a:ext cx="545223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5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67800" y="3510045"/>
            <a:ext cx="7835900" cy="375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5"/>
              </a:lnSpc>
            </a:pPr>
            <a:r>
              <a:rPr lang="en-US" sz="4121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do Minicurso</a:t>
            </a:r>
          </a:p>
          <a:p>
            <a:pPr algn="l" marL="0" indent="0" lvl="0">
              <a:lnSpc>
                <a:spcPts val="4945"/>
              </a:lnSpc>
            </a:pPr>
            <a:r>
              <a:rPr lang="en-US" sz="4121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Entender o conceito de comunicação em tempo real.</a:t>
            </a:r>
          </a:p>
          <a:p>
            <a:pPr algn="l" marL="0" indent="0" lvl="0">
              <a:lnSpc>
                <a:spcPts val="4945"/>
              </a:lnSpc>
            </a:pPr>
            <a:r>
              <a:rPr lang="en-US" sz="4121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Aprender a usar Socket.io e Node.js para construir aplicações em tempo real.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7507288" y="-5060398"/>
            <a:ext cx="0" cy="20407796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1737905" y="1585967"/>
            <a:ext cx="20407796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555" t="0" r="5555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697473" y="4345921"/>
            <a:ext cx="5532090" cy="471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efinição</a:t>
            </a:r>
          </a:p>
          <a:p>
            <a:pPr algn="l" marL="604519" indent="-302260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Node.js é um ambiente de execução para JavaScript no servidor, baseado no mecanismo V8 do Google Chrome.</a:t>
            </a:r>
          </a:p>
          <a:p>
            <a:pPr algn="l" marL="604519" indent="-302260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a execução de código JavaScript fora do navegador.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7473" y="1240782"/>
            <a:ext cx="6125574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 ao Node.js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628038">
            <a:off x="12564793" y="-1386196"/>
            <a:ext cx="2729333" cy="13687572"/>
          </a:xfrm>
          <a:prstGeom prst="rect">
            <a:avLst/>
          </a:prstGeom>
          <a:solidFill>
            <a:srgbClr val="88A20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243106" y="3113820"/>
            <a:ext cx="8649288" cy="4059359"/>
          </a:xfrm>
          <a:custGeom>
            <a:avLst/>
            <a:gdLst/>
            <a:ahLst/>
            <a:cxnLst/>
            <a:rect r="r" b="b" t="t" l="l"/>
            <a:pathLst>
              <a:path h="4059359" w="8649288">
                <a:moveTo>
                  <a:pt x="0" y="0"/>
                </a:moveTo>
                <a:lnTo>
                  <a:pt x="8649288" y="0"/>
                </a:lnTo>
                <a:lnTo>
                  <a:pt x="8649288" y="4059360"/>
                </a:lnTo>
                <a:lnTo>
                  <a:pt x="0" y="405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10062"/>
            <a:ext cx="10016206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0"/>
              </a:lnSpc>
            </a:pPr>
            <a:r>
              <a:rPr lang="en-US" b="true" sz="6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 ao Socket.IO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0445"/>
            <a:ext cx="6075243" cy="673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</a:p>
          <a:p>
            <a:pPr algn="l" marL="604521" indent="-302261" lvl="1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Socket.io é uma b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iblioteca para JavaScript que permite comunicação em tempo real entre cliente e servidor utilizando WebSockets e outras tecnologias de fallback.</a:t>
            </a:r>
          </a:p>
          <a:p>
            <a:pPr algn="l" marL="604521" indent="-302261" lvl="1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a criação de aplicações interativas e dinâmicas que exigem atualizações instantâneas.</a:t>
            </a:r>
          </a:p>
          <a:p>
            <a:pPr algn="l" marL="0" indent="0" lvl="0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31668" y="4274503"/>
            <a:ext cx="922466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Vamos Praticar!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446" y="1028700"/>
            <a:ext cx="17735107" cy="8524293"/>
          </a:xfrm>
          <a:custGeom>
            <a:avLst/>
            <a:gdLst/>
            <a:ahLst/>
            <a:cxnLst/>
            <a:rect r="r" b="b" t="t" l="l"/>
            <a:pathLst>
              <a:path h="8524293" w="17735107">
                <a:moveTo>
                  <a:pt x="0" y="0"/>
                </a:moveTo>
                <a:lnTo>
                  <a:pt x="17735108" y="0"/>
                </a:lnTo>
                <a:lnTo>
                  <a:pt x="17735108" y="8524293"/>
                </a:lnTo>
                <a:lnTo>
                  <a:pt x="0" y="8524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846" y="1134389"/>
            <a:ext cx="17674309" cy="8229600"/>
          </a:xfrm>
          <a:custGeom>
            <a:avLst/>
            <a:gdLst/>
            <a:ahLst/>
            <a:cxnLst/>
            <a:rect r="r" b="b" t="t" l="l"/>
            <a:pathLst>
              <a:path h="8229600" w="17674309">
                <a:moveTo>
                  <a:pt x="0" y="0"/>
                </a:moveTo>
                <a:lnTo>
                  <a:pt x="17674308" y="0"/>
                </a:lnTo>
                <a:lnTo>
                  <a:pt x="17674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5509" y="0"/>
            <a:ext cx="9805104" cy="10289114"/>
          </a:xfrm>
          <a:custGeom>
            <a:avLst/>
            <a:gdLst/>
            <a:ahLst/>
            <a:cxnLst/>
            <a:rect r="r" b="b" t="t" l="l"/>
            <a:pathLst>
              <a:path h="10289114" w="9805104">
                <a:moveTo>
                  <a:pt x="0" y="0"/>
                </a:moveTo>
                <a:lnTo>
                  <a:pt x="9805105" y="0"/>
                </a:lnTo>
                <a:lnTo>
                  <a:pt x="9805105" y="10289114"/>
                </a:lnTo>
                <a:lnTo>
                  <a:pt x="0" y="10289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88369" y="-128080"/>
            <a:ext cx="12259489" cy="10543161"/>
            <a:chOff x="0" y="0"/>
            <a:chExt cx="6350000" cy="546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2"/>
              <a:stretch>
                <a:fillRect l="0" t="-7733" r="0" b="-773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28812" y="3401255"/>
            <a:ext cx="7618261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Recursos e Referências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28812" y="5877214"/>
            <a:ext cx="897181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Documentação do Socket.io: https://socket.io/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Node.js: https://nodejs.org/pt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Red Circle Gradient"/>
          <p:cNvSpPr/>
          <p:nvPr/>
        </p:nvSpPr>
        <p:spPr>
          <a:xfrm flipH="false" flipV="false" rot="0">
            <a:off x="1028700" y="-1352220"/>
            <a:ext cx="3537731" cy="3537731"/>
          </a:xfrm>
          <a:custGeom>
            <a:avLst/>
            <a:gdLst/>
            <a:ahLst/>
            <a:cxnLst/>
            <a:rect r="r" b="b" t="t" l="l"/>
            <a:pathLst>
              <a:path h="3537731" w="3537731">
                <a:moveTo>
                  <a:pt x="0" y="0"/>
                </a:moveTo>
                <a:lnTo>
                  <a:pt x="3537731" y="0"/>
                </a:lnTo>
                <a:lnTo>
                  <a:pt x="3537731" y="3537731"/>
                </a:lnTo>
                <a:lnTo>
                  <a:pt x="0" y="3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4300" y="2366143"/>
            <a:ext cx="13143515" cy="2241004"/>
            <a:chOff x="0" y="0"/>
            <a:chExt cx="17524687" cy="298800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8100"/>
              <a:ext cx="17524687" cy="1689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925"/>
                </a:lnSpc>
              </a:pPr>
              <a:r>
                <a:rPr lang="en-US" b="true" sz="8500" spc="-212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Obrigado!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8406" y="2025346"/>
              <a:ext cx="13872529" cy="96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b="true" sz="42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Contato: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4300" y="5815832"/>
            <a:ext cx="60085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Manoela Pinheiro da Silva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4300" y="6504807"/>
            <a:ext cx="7341268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E-mail: manoela2903@outlook.com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LinkedIn: https://www.linkedin.com/in/manoela-p-44aa75259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GitHub: </a:t>
            </a:r>
            <a:r>
              <a:rPr lang="en-US" sz="21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Ma2903"/>
              </a:rPr>
              <a:t>github.com/Ma2903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815832"/>
            <a:ext cx="765362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Arthur Nonaka Oda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6504807"/>
            <a:ext cx="7653628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E-mail: joao.girottobusiness@gmail.com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LinkedIn: https://www.linkedin.com/in/joaogirotto0/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jp1005yt"/>
              </a:rPr>
              <a:t>GitHub: github.com/jp1005yt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384300" y="5143500"/>
            <a:ext cx="13143515" cy="45154"/>
          </a:xfrm>
          <a:prstGeom prst="line">
            <a:avLst/>
          </a:prstGeom>
          <a:ln cap="flat" w="38100">
            <a:solidFill>
              <a:srgbClr val="89FFD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DAGPpskRH5M</dc:identifier>
  <dcterms:modified xsi:type="dcterms:W3CDTF">2011-08-01T06:04:30Z</dcterms:modified>
  <cp:revision>1</cp:revision>
  <dc:title>Comunicação em Tempo Real com Socket.io e Node.js</dc:title>
</cp:coreProperties>
</file>